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0"/>
            <a:ext cx="400" cy="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Taking Out Principle</a:t>
            </a:r>
          </a:p>
          <a:p>
            <a:r>
              <a:t>Extract the harmful part from an object.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